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Libre Baskerville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A+GptjNf9Smqs0lYssV6viSVZ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181FBC-69B6-4A60-9F80-E0D7F13375DC}">
  <a:tblStyle styleId="{14181FBC-69B6-4A60-9F80-E0D7F13375D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ibreBaskerville-bold.fntdata"/><Relationship Id="rId10" Type="http://schemas.openxmlformats.org/officeDocument/2006/relationships/font" Target="fonts/LibreBaskerville-regular.fntdata"/><Relationship Id="rId13" Type="http://schemas.openxmlformats.org/officeDocument/2006/relationships/font" Target="fonts/LibreBaskerville-boldItalic.fntdata"/><Relationship Id="rId12" Type="http://schemas.openxmlformats.org/officeDocument/2006/relationships/font" Target="fonts/LibreBaskervill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95739" y="79512"/>
            <a:ext cx="10764078" cy="3349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Libre Baskerville"/>
              <a:buNone/>
            </a:pPr>
            <a:r>
              <a:rPr lang="en-US" sz="4400">
                <a:latin typeface="Libre Baskerville"/>
                <a:ea typeface="Libre Baskerville"/>
                <a:cs typeface="Libre Baskerville"/>
                <a:sym typeface="Libre Baskerville"/>
              </a:rPr>
              <a:t>AMITY UNIVERSITY MADHYA PRADESH</a:t>
            </a:r>
            <a:br>
              <a:rPr lang="en-US" sz="4400">
                <a:latin typeface="Libre Baskerville"/>
                <a:ea typeface="Libre Baskerville"/>
                <a:cs typeface="Libre Baskerville"/>
                <a:sym typeface="Libre Baskerville"/>
              </a:rPr>
            </a:br>
            <a:br>
              <a:rPr lang="en-US">
                <a:latin typeface="Libre Baskerville"/>
                <a:ea typeface="Libre Baskerville"/>
                <a:cs typeface="Libre Baskerville"/>
                <a:sym typeface="Libre Baskerville"/>
              </a:rPr>
            </a:br>
            <a:br>
              <a:rPr lang="en-US" sz="2500">
                <a:latin typeface="Libre Baskerville"/>
                <a:ea typeface="Libre Baskerville"/>
                <a:cs typeface="Libre Baskerville"/>
                <a:sym typeface="Libre Baskerville"/>
              </a:rPr>
            </a:br>
            <a:br>
              <a:rPr lang="en-US" sz="2500">
                <a:latin typeface="Libre Baskerville"/>
                <a:ea typeface="Libre Baskerville"/>
                <a:cs typeface="Libre Baskerville"/>
                <a:sym typeface="Libre Baskerville"/>
              </a:rPr>
            </a:br>
            <a:br>
              <a:rPr lang="en-US">
                <a:latin typeface="Libre Baskerville"/>
                <a:ea typeface="Libre Baskerville"/>
                <a:cs typeface="Libre Baskerville"/>
                <a:sym typeface="Libre Baskerville"/>
              </a:rPr>
            </a:br>
            <a:r>
              <a:rPr b="1" lang="en-US" sz="3100">
                <a:latin typeface="Libre Baskerville"/>
                <a:ea typeface="Libre Baskerville"/>
                <a:cs typeface="Libre Baskerville"/>
                <a:sym typeface="Libre Baskerville"/>
              </a:rPr>
              <a:t>DEEP LEARNING AND NEURAL NETWORKS</a:t>
            </a:r>
            <a:endParaRPr b="1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69333" y="3335867"/>
            <a:ext cx="11878734" cy="3234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>
                <a:latin typeface="Libre Baskerville"/>
                <a:ea typeface="Libre Baskerville"/>
                <a:cs typeface="Libre Baskerville"/>
                <a:sym typeface="Libre Baskerville"/>
              </a:rPr>
              <a:t>Topic -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Mitigating Malicious Code Generation in LLM Agents via Automated Peer Review and Sandboxing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Libre Baskerville"/>
                <a:ea typeface="Libre Baskerville"/>
                <a:cs typeface="Libre Baskerville"/>
                <a:sym typeface="Libre Baskerville"/>
              </a:rPr>
              <a:t>Submitted To- 						                                                       Submitted By-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Libre Baskerville"/>
                <a:ea typeface="Libre Baskerville"/>
                <a:cs typeface="Libre Baskerville"/>
                <a:sym typeface="Libre Baskerville"/>
              </a:rPr>
              <a:t>Mr. Praveen Gupta							                          Vinayak Pawar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Libre Baskerville"/>
                <a:ea typeface="Libre Baskerville"/>
                <a:cs typeface="Libre Baskerville"/>
                <a:sym typeface="Libre Baskerville"/>
              </a:rPr>
              <a:t>Assistant Professor							                          A60205224241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Libre Baskerville"/>
                <a:ea typeface="Libre Baskerville"/>
                <a:cs typeface="Libre Baskerville"/>
                <a:sym typeface="Libre Baskerville"/>
              </a:rPr>
              <a:t>                                                                                                                                                            Srajan Dwivedi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Libre Baskerville"/>
                <a:ea typeface="Libre Baskerville"/>
                <a:cs typeface="Libre Baskerville"/>
                <a:sym typeface="Libre Baskerville"/>
              </a:rPr>
              <a:t>                                                                                                                                                            A60205224270</a:t>
            </a:r>
            <a:endParaRPr/>
          </a:p>
        </p:txBody>
      </p:sp>
      <p:pic>
        <p:nvPicPr>
          <p:cNvPr descr="Amity University Gwalior Employees ...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5278" y="900423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390940" y="2507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{14181FBC-69B6-4A60-9F80-E0D7F13375DC}</a:tableStyleId>
              </a:tblPr>
              <a:tblGrid>
                <a:gridCol w="536875"/>
                <a:gridCol w="1372450"/>
                <a:gridCol w="590575"/>
                <a:gridCol w="1106275"/>
                <a:gridCol w="1705175"/>
                <a:gridCol w="1247675"/>
                <a:gridCol w="1323775"/>
                <a:gridCol w="1212725"/>
                <a:gridCol w="1212725"/>
                <a:gridCol w="1212725"/>
              </a:tblGrid>
              <a:tr h="64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Paper Number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Author Name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Year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Journal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Title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Method Used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Dataset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Result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Limitation/</a:t>
                      </a:r>
                      <a:b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Research Gap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Yong Deng, Guoqing Wang, et al.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arXiv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DeepSeek-R1: Incentivizing Reasoning Capability in LLMs via Reinforcement Learning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Reinforcement Learning (GRPO)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Large-scale LLM pre-training data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Achieved state-of-the-art performance in reasoning tasks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High computational cost for RL stages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RL effectively incentivizes reasoning capabilities in LLMs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Keyu Tian, Yi Jiang, Zehuan Yuan, et al.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NeurIPS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Autoregressive Modeling: Scalable Image Generation via Next-Scale Prediction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Autoregressive (VAR) Modeling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ImageNet-1K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Scalable image generation with superior quality and efficiency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Difficulty in capturing fine-grained local textures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Next-scale prediction is a viable path for scalable visual generation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Jake Bruce, Michael Dennis, Ashley Edwards, et al.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ICML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Genie: Generative Interactive Environments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Generative World Models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Internet videos and robotics data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Created interactive environments from text or image prompts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Limited physics consistency in long-duration simulations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Foundation world models can simulate complex interactive environments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John Yang, Carlos E. Jimenez, Alexander Wettig, et al.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NeurIPS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SWE-agent: Agent-Computer Interfaces Enable Automated Software Engineering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Agent-Computer Interfaces (ACI)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SWE-bench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Automated software engineering tasks with high success rate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Challenges in handling large-scale, legacy codebases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Optimized interfaces significantly enhance agent productivity in coding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Yong Deng, Guoqing Wang, et al.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arXiv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Atom-searcher: Enhancing agentic deep research via fine-grained atomic thought reward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Fine-Grained Atomic Thought Reward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Research-oriented query datasets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Improved deep research via atomic thought processing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Susceptibility to reward hacking in complex reasoning paths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Atomic rewards provide better guidance for agentic research tasks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Mingchen Zhuge, et al.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2024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ICML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GPTSwarm: Language Agents as Optimizable Graphs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Optimizable Graphs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Multi-agent benchmarks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Flexible and optimizable multi-agent orchestration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Scalability issues when graph complexity increases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Language agents as graphs allow systematic optimization of workflows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" name="Google Shape;96;p3"/>
          <p:cNvGraphicFramePr/>
          <p:nvPr/>
        </p:nvGraphicFramePr>
        <p:xfrm>
          <a:off x="390940" y="2507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{14181FBC-69B6-4A60-9F80-E0D7F13375DC}</a:tableStyleId>
              </a:tblPr>
              <a:tblGrid>
                <a:gridCol w="536875"/>
                <a:gridCol w="1372450"/>
                <a:gridCol w="590575"/>
                <a:gridCol w="1106275"/>
                <a:gridCol w="1705175"/>
                <a:gridCol w="1247675"/>
                <a:gridCol w="1323775"/>
                <a:gridCol w="1212725"/>
                <a:gridCol w="1212725"/>
                <a:gridCol w="1212725"/>
              </a:tblGrid>
              <a:tr h="644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Paper Number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Author Name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Year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Journal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Title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Method Used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Dataset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Result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Limitation/</a:t>
                      </a:r>
                      <a:b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Research Gap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Yuqi Zhu, Shuofei Qiao, et al.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arXiv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KnowAgent: Knowledge-Augmented Planning for LLM-Based Agents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Knowledge-Augmented Planning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Action-oriented agent benchmarks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Enhanced planning accuracy in complex environments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Dependency on high-quality external knowledge bases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Integrating knowledge into planning reduces hallucinations in agent actions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Rong Cheng, Jinyi Liu, Yan Zheng, et al.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ACL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DualRAG: A Dual-Process Approach to Integrate Reasoning and Retrieval for Multi-Hop QA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Dual-Process Retrieval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Multi-hop QA datasets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Improved accuracy for multi-hop question answering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Latency increases due to dual-process retrieval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Dual-process integration is key for complex information retrieval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Ao Qu, Han Zheng, Zijian Zhou, et al.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2026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arXiv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CORAL: Towards Autonomous Multi-Agent Evolution for Open-Ended Discovery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Autonomous Multi-Agent Evolution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Open-ended discovery environments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Discovered novel algorithms and behaviors autonomously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Potential for evolution to diverge into sub-optimal local minima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Multi-agent systems can drive open-ended discovery through evolution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Juergen Dietrich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2026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arXiv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Peer-Preservation Principles for AI Alignment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Peer-Preservation Principles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Safety-critical LLM benchmarks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Mitigated safety risks in multi-agent LLM systems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Performance trade-offs when implementing strict preservation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Peer-preservation is a vital design principle for AI alignment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Vinayak Pawar, </a:t>
                      </a:r>
                      <a:r>
                        <a:rPr b="1" lang="en-US" sz="1000">
                          <a:solidFill>
                            <a:srgbClr val="FF0000"/>
                          </a:solidFill>
                        </a:rPr>
                        <a:t>Srajan Dwivedi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unpublished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Mitigating Malicious Code Generation in LLM Agents via Automated Peer Review and Sandboxing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Dual-Agent Verification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Software security benchmarks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Enhanced security boundaries for autonomous coding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Early stage with limited large-scale testing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Dual-agent verification provides a robust framework for safe coding</a:t>
                      </a:r>
                      <a:endParaRPr/>
                    </a:p>
                  </a:txBody>
                  <a:tcPr marT="3900" marB="3900" marR="5850" marL="5850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276621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2026-05-08T04:38:48Z</dcterms:created>
  <dc:creator>Vineet Mittal</dc:creator>
</cp:coreProperties>
</file>